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13716000"/>
  <p:notesSz cx="13716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BE95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STYLING ADVENTURES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5A3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LaLa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  __  •  EVENT / VENUE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2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EPISODE LOOK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029200" cy="4709160"/>
          </a:xfrm>
          <a:prstGeom prst="roundRect">
            <a:avLst>
              <a:gd name="adj" fmla="val 2330"/>
            </a:avLst>
          </a:prstGeom>
          <a:solidFill>
            <a:srgbClr val="F6D8E6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2496312"/>
            <a:ext cx="4700016" cy="43799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446684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47411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/ LALA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2331720"/>
            <a:ext cx="2971800" cy="2212848"/>
          </a:xfrm>
          <a:prstGeom prst="roundRect">
            <a:avLst>
              <a:gd name="adj" fmla="val 4959"/>
            </a:avLst>
          </a:prstGeom>
          <a:solidFill>
            <a:srgbClr val="DCC9F1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33872" y="2496312"/>
            <a:ext cx="2642616" cy="1883664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0" y="321868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60720" y="349300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4681728"/>
            <a:ext cx="2971800" cy="2359152"/>
          </a:xfrm>
          <a:prstGeom prst="roundRect">
            <a:avLst>
              <a:gd name="adj" fmla="val 4651"/>
            </a:avLst>
          </a:prstGeom>
          <a:solidFill>
            <a:srgbClr val="DCEAF4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33872" y="4846320"/>
            <a:ext cx="2642616" cy="2029968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0" y="5641848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5916168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FASHION INSPIRATION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72237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A3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LOOK • THREE ANGLES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2920" y="7635240"/>
            <a:ext cx="2587752" cy="2194560"/>
          </a:xfrm>
          <a:prstGeom prst="roundRect">
            <a:avLst>
              <a:gd name="adj" fmla="val 5000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" y="7799832"/>
            <a:ext cx="2258568" cy="18653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8513064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8787384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73552" y="7635240"/>
            <a:ext cx="2587752" cy="2194560"/>
          </a:xfrm>
          <a:prstGeom prst="roundRect">
            <a:avLst>
              <a:gd name="adj" fmla="val 5000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38144" y="7799832"/>
            <a:ext cx="2258568" cy="18653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64992" y="8513064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64992" y="8787384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44184" y="7635240"/>
            <a:ext cx="2587752" cy="2194560"/>
          </a:xfrm>
          <a:prstGeom prst="roundRect">
            <a:avLst>
              <a:gd name="adj" fmla="val 5000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08776" y="7799832"/>
            <a:ext cx="2258568" cy="18653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35624" y="8513064"/>
            <a:ext cx="2404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35624" y="8787384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100766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3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WARDROBE BREAKDOWN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02920" y="10442448"/>
            <a:ext cx="1078992" cy="2011680"/>
          </a:xfrm>
          <a:prstGeom prst="roundRect">
            <a:avLst>
              <a:gd name="adj" fmla="val 10169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" y="10607040"/>
            <a:ext cx="749808" cy="168249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1122883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" y="1150315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OUTFIT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673352" y="10442448"/>
            <a:ext cx="1078992" cy="2011680"/>
          </a:xfrm>
          <a:prstGeom prst="roundRect">
            <a:avLst>
              <a:gd name="adj" fmla="val 10169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37944" y="10607040"/>
            <a:ext cx="749808" cy="168249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64792" y="1122883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64792" y="1150315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843784" y="10442448"/>
            <a:ext cx="1078992" cy="2011680"/>
          </a:xfrm>
          <a:prstGeom prst="roundRect">
            <a:avLst>
              <a:gd name="adj" fmla="val 10169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08376" y="10607040"/>
            <a:ext cx="749808" cy="168249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35224" y="1122883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935224" y="1150315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PURSE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014216" y="10442448"/>
            <a:ext cx="1078992" cy="2011680"/>
          </a:xfrm>
          <a:prstGeom prst="roundRect">
            <a:avLst>
              <a:gd name="adj" fmla="val 10169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78808" y="10607040"/>
            <a:ext cx="749808" cy="168249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05656" y="1122883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05656" y="1150315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JEWELRY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184648" y="10442448"/>
            <a:ext cx="1078992" cy="2011680"/>
          </a:xfrm>
          <a:prstGeom prst="roundRect">
            <a:avLst>
              <a:gd name="adj" fmla="val 10169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49240" y="10607040"/>
            <a:ext cx="749808" cy="168249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76088" y="1122883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276088" y="1150315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HAIR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55080" y="10442448"/>
            <a:ext cx="1078992" cy="2011680"/>
          </a:xfrm>
          <a:prstGeom prst="roundRect">
            <a:avLst>
              <a:gd name="adj" fmla="val 10169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19672" y="10607040"/>
            <a:ext cx="749808" cy="168249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46520" y="1122883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446520" y="1150315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525512" y="10442448"/>
            <a:ext cx="1078992" cy="2011680"/>
          </a:xfrm>
          <a:prstGeom prst="roundRect">
            <a:avLst>
              <a:gd name="adj" fmla="val 10169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690104" y="10607040"/>
            <a:ext cx="749808" cy="168249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616952" y="11228832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616952" y="1150315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02920" y="13304520"/>
            <a:ext cx="8138160" cy="0"/>
          </a:xfrm>
          <a:prstGeom prst="line">
            <a:avLst/>
          </a:prstGeom>
          <a:noFill/>
          <a:ln w="19050">
            <a:solidFill>
              <a:srgbClr val="BE955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48640" y="13368528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LaLaVerse   •   FASHION  /  ATTENTION  /  MONEY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302752" y="13002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E9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ED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BE95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STYLING ADVENTURES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5A3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LaLa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  __  •  LOOK  __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2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STYLE DIARY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A3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little fashion. A lot of story.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5029200" cy="553212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862072"/>
            <a:ext cx="4700016" cy="520293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24408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51840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OUTFIT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06440" y="2907792"/>
            <a:ext cx="2743200" cy="2468880"/>
          </a:xfrm>
          <a:prstGeom prst="roundRect">
            <a:avLst>
              <a:gd name="adj" fmla="val 4444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71032" y="3072384"/>
            <a:ext cx="2414016" cy="213969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392277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97880" y="41970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 SHOT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5596128"/>
            <a:ext cx="2743200" cy="2423160"/>
          </a:xfrm>
          <a:prstGeom prst="roundRect">
            <a:avLst>
              <a:gd name="adj" fmla="val 4528"/>
            </a:avLst>
          </a:prstGeom>
          <a:solidFill>
            <a:srgbClr val="DCC9F1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71032" y="5760720"/>
            <a:ext cx="2414016" cy="20939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65882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7880" y="68625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VENUE MOOD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85496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A3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DETAILS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94360" y="9052560"/>
            <a:ext cx="1865376" cy="2286000"/>
          </a:xfrm>
          <a:prstGeom prst="roundRect">
            <a:avLst>
              <a:gd name="adj" fmla="val 5882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9217152"/>
            <a:ext cx="1536192" cy="195681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997610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1025042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42616" y="9052560"/>
            <a:ext cx="1865376" cy="2286000"/>
          </a:xfrm>
          <a:prstGeom prst="roundRect">
            <a:avLst>
              <a:gd name="adj" fmla="val 5882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07208" y="9217152"/>
            <a:ext cx="1536192" cy="195681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34056" y="997610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34056" y="1025042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90872" y="9052560"/>
            <a:ext cx="1865376" cy="2286000"/>
          </a:xfrm>
          <a:prstGeom prst="roundRect">
            <a:avLst>
              <a:gd name="adj" fmla="val 5882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55464" y="9217152"/>
            <a:ext cx="1536192" cy="195681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997610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82312" y="1025042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JEWELRY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39128" y="9052560"/>
            <a:ext cx="1865376" cy="2286000"/>
          </a:xfrm>
          <a:prstGeom prst="roundRect">
            <a:avLst>
              <a:gd name="adj" fmla="val 5882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903720" y="9217152"/>
            <a:ext cx="1536192" cy="195681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0568" y="9976104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30568" y="10250424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BEAUTY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94360" y="11658600"/>
            <a:ext cx="7955280" cy="1188720"/>
          </a:xfrm>
          <a:prstGeom prst="roundRect">
            <a:avLst>
              <a:gd name="adj" fmla="val 13846"/>
            </a:avLst>
          </a:prstGeom>
          <a:solidFill>
            <a:srgbClr val="FFFFFF"/>
          </a:solidFill>
          <a:ln w="16510">
            <a:solidFill>
              <a:srgbClr val="E8B9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11795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E9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 NOTES / CAPTION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2960" y="12143232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 quote, fashion story, or episode moment here.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502920" y="13304520"/>
            <a:ext cx="8138160" cy="0"/>
          </a:xfrm>
          <a:prstGeom prst="line">
            <a:avLst/>
          </a:prstGeom>
          <a:noFill/>
          <a:ln w="19050">
            <a:solidFill>
              <a:srgbClr val="BE95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13368528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LaLaVerse   •   FASHION  /  ATTENTION  /  MONEY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302752" y="13002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E9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BE95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STYLING ADVENTURES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5A3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LaLa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  __  •  EVENT / VENUE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2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RUNWAY TO REALITY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76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E9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LOOK  __   |   CITY  __   |   OCCASION  __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606040"/>
            <a:ext cx="4617720" cy="7452360"/>
          </a:xfrm>
          <a:prstGeom prst="roundRect">
            <a:avLst>
              <a:gd name="adj" fmla="val 2376"/>
            </a:avLst>
          </a:prstGeom>
          <a:solidFill>
            <a:srgbClr val="DCC9F1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770632"/>
            <a:ext cx="4288536" cy="71231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6112764"/>
            <a:ext cx="4434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6387084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BODY HERO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40680" y="2606040"/>
            <a:ext cx="3108960" cy="3566160"/>
          </a:xfrm>
          <a:prstGeom prst="roundRect">
            <a:avLst>
              <a:gd name="adj" fmla="val 3529"/>
            </a:avLst>
          </a:prstGeom>
          <a:solidFill>
            <a:srgbClr val="F6D8E6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05272" y="2770632"/>
            <a:ext cx="2779776" cy="32369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416966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32120" y="44439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OUTFIT DETAIL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6382512"/>
            <a:ext cx="3108960" cy="3675888"/>
          </a:xfrm>
          <a:prstGeom prst="roundRect">
            <a:avLst>
              <a:gd name="adj" fmla="val 3529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05272" y="6547104"/>
            <a:ext cx="2779776" cy="3346704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800100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32120" y="8275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 VIEW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029614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5A3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FINISHING TOUCHES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594360" y="10771632"/>
            <a:ext cx="1828800" cy="2212848"/>
          </a:xfrm>
          <a:prstGeom prst="roundRect">
            <a:avLst>
              <a:gd name="adj" fmla="val 6000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8952" y="10936224"/>
            <a:ext cx="1499616" cy="1883664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11658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11932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06040" y="10771632"/>
            <a:ext cx="1828800" cy="2212848"/>
          </a:xfrm>
          <a:prstGeom prst="roundRect">
            <a:avLst>
              <a:gd name="adj" fmla="val 6000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70632" y="10936224"/>
            <a:ext cx="1499616" cy="1883664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480" y="11658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11932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PURSE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10771632"/>
            <a:ext cx="1828800" cy="2212848"/>
          </a:xfrm>
          <a:prstGeom prst="roundRect">
            <a:avLst>
              <a:gd name="adj" fmla="val 6000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82312" y="10936224"/>
            <a:ext cx="1499616" cy="1883664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1658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09160" y="11932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ACCESSORIES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629400" y="10771632"/>
            <a:ext cx="1828800" cy="2212848"/>
          </a:xfrm>
          <a:prstGeom prst="roundRect">
            <a:avLst>
              <a:gd name="adj" fmla="val 6000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93992" y="10936224"/>
            <a:ext cx="1499616" cy="1883664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116586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20840" y="11932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HAIR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13304520"/>
            <a:ext cx="8138160" cy="0"/>
          </a:xfrm>
          <a:prstGeom prst="line">
            <a:avLst/>
          </a:prstGeom>
          <a:noFill/>
          <a:ln w="19050">
            <a:solidFill>
              <a:srgbClr val="BE955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13368528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LaLaVerse   •   FASHION  /  ATTENTION  /  MONEY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02752" y="13002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E9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BE95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STYLING ADVENTURES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5A3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LaLa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  __  •  EVENT / VENUE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2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COLOR STORY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157984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MOOD  •  TEXTURE  •  SILHOUETTE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679192"/>
            <a:ext cx="3794760" cy="4937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2843784"/>
            <a:ext cx="3465576" cy="46085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92861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5202936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LOOK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2679192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DCEAF4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82312" y="2843784"/>
            <a:ext cx="3602736" cy="195681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36027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38770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VENUE / SETTING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5166360"/>
            <a:ext cx="3931920" cy="2450592"/>
          </a:xfrm>
          <a:prstGeom prst="roundRect">
            <a:avLst>
              <a:gd name="adj" fmla="val 4478"/>
            </a:avLst>
          </a:prstGeom>
          <a:solidFill>
            <a:srgbClr val="F6D8E6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82312" y="5330952"/>
            <a:ext cx="3602736" cy="2121408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61722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09160" y="6446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INSPIRATION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786384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A3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PALETTE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22960" y="8348472"/>
            <a:ext cx="868680" cy="868680"/>
          </a:xfrm>
          <a:prstGeom prst="ellipse">
            <a:avLst/>
          </a:prstGeom>
          <a:solidFill>
            <a:srgbClr val="E8B9CA"/>
          </a:solidFill>
          <a:ln w="12700">
            <a:solidFill>
              <a:srgbClr val="BE955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21408" y="8348472"/>
            <a:ext cx="868680" cy="868680"/>
          </a:xfrm>
          <a:prstGeom prst="ellipse">
            <a:avLst/>
          </a:prstGeom>
          <a:solidFill>
            <a:srgbClr val="DCC9F1"/>
          </a:solidFill>
          <a:ln w="12700">
            <a:solidFill>
              <a:srgbClr val="BE955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19856" y="8348472"/>
            <a:ext cx="868680" cy="868680"/>
          </a:xfrm>
          <a:prstGeom prst="ellipse">
            <a:avLst/>
          </a:prstGeom>
          <a:solidFill>
            <a:srgbClr val="BE955B"/>
          </a:solidFill>
          <a:ln w="12700">
            <a:solidFill>
              <a:srgbClr val="BE95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18304" y="8348472"/>
            <a:ext cx="868680" cy="868680"/>
          </a:xfrm>
          <a:prstGeom prst="ellipse">
            <a:avLst/>
          </a:prstGeom>
          <a:solidFill>
            <a:srgbClr val="DCEAF4"/>
          </a:solidFill>
          <a:ln w="12700">
            <a:solidFill>
              <a:srgbClr val="BE955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16752" y="8348472"/>
            <a:ext cx="868680" cy="868680"/>
          </a:xfrm>
          <a:prstGeom prst="ellipse">
            <a:avLst/>
          </a:prstGeom>
          <a:solidFill>
            <a:srgbClr val="E7B9A7"/>
          </a:solidFill>
          <a:ln w="12700">
            <a:solidFill>
              <a:srgbClr val="BE95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8348472"/>
            <a:ext cx="868680" cy="868680"/>
          </a:xfrm>
          <a:prstGeom prst="ellipse">
            <a:avLst/>
          </a:prstGeom>
          <a:solidFill>
            <a:srgbClr val="FFF9F5"/>
          </a:solidFill>
          <a:ln w="12700">
            <a:solidFill>
              <a:srgbClr val="BE95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9464040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5A3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BEAUTY + ACCESSORIES</a:t>
            </a:r>
            <a:endParaRPr lang="en-US" sz="1900" dirty="0"/>
          </a:p>
        </p:txBody>
      </p:sp>
      <p:sp>
        <p:nvSpPr>
          <p:cNvPr id="27" name="Shape 25"/>
          <p:cNvSpPr/>
          <p:nvPr/>
        </p:nvSpPr>
        <p:spPr>
          <a:xfrm>
            <a:off x="594360" y="9985248"/>
            <a:ext cx="1444752" cy="2331720"/>
          </a:xfrm>
          <a:prstGeom prst="roundRect">
            <a:avLst>
              <a:gd name="adj" fmla="val 7595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" y="10149840"/>
            <a:ext cx="1115568" cy="200253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1093165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" y="112059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HAIR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21992" y="9985248"/>
            <a:ext cx="1444752" cy="2331720"/>
          </a:xfrm>
          <a:prstGeom prst="roundRect">
            <a:avLst>
              <a:gd name="adj" fmla="val 7595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86584" y="10149840"/>
            <a:ext cx="1115568" cy="200253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13432" y="1093165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13432" y="112059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MAKEUP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9624" y="9985248"/>
            <a:ext cx="1444752" cy="2331720"/>
          </a:xfrm>
          <a:prstGeom prst="roundRect">
            <a:avLst>
              <a:gd name="adj" fmla="val 7595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14216" y="10149840"/>
            <a:ext cx="1115568" cy="200253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41064" y="1093165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41064" y="112059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77256" y="9985248"/>
            <a:ext cx="1444752" cy="2331720"/>
          </a:xfrm>
          <a:prstGeom prst="roundRect">
            <a:avLst>
              <a:gd name="adj" fmla="val 7595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641848" y="10149840"/>
            <a:ext cx="1115568" cy="200253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68696" y="1093165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68696" y="112059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JEWELRY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104888" y="9985248"/>
            <a:ext cx="1444752" cy="2331720"/>
          </a:xfrm>
          <a:prstGeom prst="roundRect">
            <a:avLst>
              <a:gd name="adj" fmla="val 7595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269480" y="10149840"/>
            <a:ext cx="1115568" cy="200253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96328" y="10931652"/>
            <a:ext cx="1261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96328" y="112059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94360" y="12527280"/>
            <a:ext cx="7955280" cy="429768"/>
          </a:xfrm>
          <a:prstGeom prst="roundRect">
            <a:avLst>
              <a:gd name="adj" fmla="val 38298"/>
            </a:avLst>
          </a:prstGeom>
          <a:solidFill>
            <a:srgbClr val="FFFFFF"/>
          </a:solidFill>
          <a:ln w="16510">
            <a:solidFill>
              <a:srgbClr val="E8B9C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126004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 MOOD:  [ ADD YOUR DESCRIPTION ]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02920" y="13304520"/>
            <a:ext cx="8138160" cy="0"/>
          </a:xfrm>
          <a:prstGeom prst="line">
            <a:avLst/>
          </a:prstGeom>
          <a:noFill/>
          <a:ln w="19050">
            <a:solidFill>
              <a:srgbClr val="BE95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" y="13368528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LaLaVerse   •   FASHION  /  ATTENTION  /  MONEY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302752" y="13002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E9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dirty="0">
                <a:solidFill>
                  <a:srgbClr val="BE95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STYLING ADVENTURES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5A3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LaLa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  __  •  EVENT  __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28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INVITED TO SLAY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8046720" cy="960120"/>
          </a:xfrm>
          <a:prstGeom prst="roundRect">
            <a:avLst>
              <a:gd name="adj" fmla="val 17143"/>
            </a:avLst>
          </a:prstGeom>
          <a:solidFill>
            <a:srgbClr val="F6D8E6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423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NAME / HOST / DREAM CITY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  __   •   DRESS CODE  __   •   VIBE  __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4983480" cy="5623560"/>
          </a:xfrm>
          <a:prstGeom prst="roundRect">
            <a:avLst>
              <a:gd name="adj" fmla="val 2202"/>
            </a:avLst>
          </a:prstGeom>
          <a:solidFill>
            <a:srgbClr val="DCC9F1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3593592"/>
            <a:ext cx="4654296" cy="52943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021324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629564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LALA FINAL LOOK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3429000"/>
            <a:ext cx="2834640" cy="2697480"/>
          </a:xfrm>
          <a:prstGeom prst="roundRect">
            <a:avLst>
              <a:gd name="adj" fmla="val 4068"/>
            </a:avLst>
          </a:prstGeom>
          <a:solidFill>
            <a:srgbClr val="DCEAF4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25312" y="3593592"/>
            <a:ext cx="2505456" cy="236829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45582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52160" y="483260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VENUE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760720" y="6355080"/>
            <a:ext cx="2834640" cy="2697480"/>
          </a:xfrm>
          <a:prstGeom prst="roundRect">
            <a:avLst>
              <a:gd name="adj" fmla="val 4068"/>
            </a:avLst>
          </a:prstGeom>
          <a:solidFill>
            <a:srgbClr val="F6D8E6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25312" y="6519672"/>
            <a:ext cx="2505456" cy="236829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74843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52160" y="77586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FASHION REFERENCE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" y="93726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5A37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LOOK CHECKLIST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48640" y="9921240"/>
            <a:ext cx="1078992" cy="1965960"/>
          </a:xfrm>
          <a:prstGeom prst="roundRect">
            <a:avLst>
              <a:gd name="adj" fmla="val 10169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10085832"/>
            <a:ext cx="749808" cy="16367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1068476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1095908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OUTFIT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19072" y="9921240"/>
            <a:ext cx="1078992" cy="1965960"/>
          </a:xfrm>
          <a:prstGeom prst="roundRect">
            <a:avLst>
              <a:gd name="adj" fmla="val 10169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83664" y="10085832"/>
            <a:ext cx="749808" cy="16367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10512" y="1068476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810512" y="1095908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889504" y="9921240"/>
            <a:ext cx="1078992" cy="1965960"/>
          </a:xfrm>
          <a:prstGeom prst="roundRect">
            <a:avLst>
              <a:gd name="adj" fmla="val 10169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54096" y="10085832"/>
            <a:ext cx="749808" cy="16367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80944" y="1068476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980944" y="1095908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059936" y="9921240"/>
            <a:ext cx="1078992" cy="1965960"/>
          </a:xfrm>
          <a:prstGeom prst="roundRect">
            <a:avLst>
              <a:gd name="adj" fmla="val 10169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24528" y="10085832"/>
            <a:ext cx="749808" cy="16367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51376" y="1068476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51376" y="1095908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JEWELRY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230368" y="9921240"/>
            <a:ext cx="1078992" cy="1965960"/>
          </a:xfrm>
          <a:prstGeom prst="roundRect">
            <a:avLst>
              <a:gd name="adj" fmla="val 10169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94960" y="10085832"/>
            <a:ext cx="749808" cy="16367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21808" y="1068476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21808" y="1095908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HAIR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0" y="9921240"/>
            <a:ext cx="1078992" cy="1965960"/>
          </a:xfrm>
          <a:prstGeom prst="roundRect">
            <a:avLst>
              <a:gd name="adj" fmla="val 10169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65392" y="10085832"/>
            <a:ext cx="749808" cy="16367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1068476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92240" y="1095908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PERFUME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71232" y="9921240"/>
            <a:ext cx="1078992" cy="1965960"/>
          </a:xfrm>
          <a:prstGeom prst="roundRect">
            <a:avLst>
              <a:gd name="adj" fmla="val 10169"/>
            </a:avLst>
          </a:prstGeom>
          <a:solidFill>
            <a:srgbClr val="FFF9F5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735824" y="10085832"/>
            <a:ext cx="749808" cy="1636776"/>
          </a:xfrm>
          <a:prstGeom prst="line">
            <a:avLst/>
          </a:prstGeom>
          <a:noFill/>
          <a:ln w="12700">
            <a:solidFill>
              <a:srgbClr val="E8B9C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62672" y="10684764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PHOTO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662672" y="10959084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NAILS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94360" y="12161520"/>
            <a:ext cx="7955280" cy="65836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6510">
            <a:solidFill>
              <a:srgbClr val="BE955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7240" y="1232611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EPISODE CAPTION / STYLE RATING / STORY NOTE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02920" y="13304520"/>
            <a:ext cx="8138160" cy="0"/>
          </a:xfrm>
          <a:prstGeom prst="line">
            <a:avLst/>
          </a:prstGeom>
          <a:noFill/>
          <a:ln w="19050">
            <a:solidFill>
              <a:srgbClr val="BE955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13368528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A37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LaLaVerse   •   FASHION  /  ATTENTION  /  MONEY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302752" y="130027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BE9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Editable Canva-import Pinterest fashion style sheets</dc:subject>
  <dc:creator>Prime Studios</dc:creator>
  <cp:lastModifiedBy>Prime Studios</cp:lastModifiedBy>
  <cp:revision>1</cp:revision>
  <dcterms:created xsi:type="dcterms:W3CDTF">2026-10-11T21:47:53Z</dcterms:created>
  <dcterms:modified xsi:type="dcterms:W3CDTF">2026-10-11T21:47:53Z</dcterms:modified>
</cp:coreProperties>
</file>